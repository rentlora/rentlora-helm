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Instrument Sans Semi Bold"/>
      <p:regular r:id="rId8"/>
    </p:embeddedFont>
    <p:embeddedFont>
      <p:font typeface="Instrument Sans Semi Bold"/>
      <p:regular r:id="rId9"/>
    </p:embeddedFont>
    <p:embeddedFont>
      <p:font typeface="Instrument Sans Semi Bold"/>
      <p:regular r:id="rId10"/>
    </p:embeddedFont>
    <p:embeddedFont>
      <p:font typeface="Instrument Sans Semi Bold"/>
      <p:regular r:id="rId11"/>
    </p:embeddedFont>
    <p:embeddedFont>
      <p:font typeface="Instrument Sans Medium"/>
      <p:regular r:id="rId12"/>
    </p:embeddedFont>
    <p:embeddedFont>
      <p:font typeface="Instrument Sans Medium"/>
      <p:regular r:id="rId13"/>
    </p:embeddedFont>
    <p:embeddedFont>
      <p:font typeface="Instrument Sans Medium"/>
      <p:regular r:id="rId14"/>
    </p:embeddedFont>
    <p:embeddedFont>
      <p:font typeface="Instrument Sans Medium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0" Type="http://schemas.openxmlformats.org/officeDocument/2006/relationships/hyperlink" Target="https://rentlora.in/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49116"/>
            <a:ext cx="4834890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Outcome &amp; Conclusion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79696"/>
            <a:ext cx="122273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GitOps implementation delivers a production-ready platform that automates every aspect of deployment, security, and monitoring. From code commit to live production — fully automated, secured, and observable.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01460" y="2040255"/>
            <a:ext cx="6044446" cy="2141339"/>
          </a:xfrm>
          <a:prstGeom prst="roundRect">
            <a:avLst>
              <a:gd name="adj" fmla="val 7448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1378625" y="2217420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84C1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833" y="2363629"/>
            <a:ext cx="239197" cy="2391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8625" y="288738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Full GitOps Delivery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78625" y="3247192"/>
            <a:ext cx="569011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infrastructure, configuration, and secrets managed through Git. ArgoCD automatically reconciles and self-heals cluster state to match desired configuration.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84256" y="2040255"/>
            <a:ext cx="6044565" cy="2141339"/>
          </a:xfrm>
          <a:prstGeom prst="roundRect">
            <a:avLst>
              <a:gd name="adj" fmla="val 7448"/>
            </a:avLst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7561421" y="2217420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84C1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7630" y="2363629"/>
            <a:ext cx="239197" cy="2391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61421" y="288738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Automated CI/CD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61421" y="3247192"/>
            <a:ext cx="569023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push triggers complete pipeline: quality checks → image build → Helm update → ArgoCD sync. No manual intervention required.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1201460" y="4319945"/>
            <a:ext cx="6044446" cy="2141339"/>
          </a:xfrm>
          <a:prstGeom prst="roundRect">
            <a:avLst>
              <a:gd name="adj" fmla="val 7448"/>
            </a:avLst>
          </a:prstGeom>
          <a:solidFill>
            <a:srgbClr val="CEE6FD"/>
          </a:solidFill>
          <a:ln/>
        </p:spPr>
      </p:sp>
      <p:sp>
        <p:nvSpPr>
          <p:cNvPr id="15" name="Shape 11"/>
          <p:cNvSpPr/>
          <p:nvPr/>
        </p:nvSpPr>
        <p:spPr>
          <a:xfrm>
            <a:off x="1378625" y="4497110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84C1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4833" y="4643318"/>
            <a:ext cx="239197" cy="2391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8625" y="5167074"/>
            <a:ext cx="234529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Zero-Trust Networking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378625" y="5526881"/>
            <a:ext cx="569011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NetworkPolicies enforce strict pod communication rules. Only authorized services can access MongoDB, preventing unauthorized lateral movement.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384256" y="4319945"/>
            <a:ext cx="6044565" cy="2141339"/>
          </a:xfrm>
          <a:prstGeom prst="roundRect">
            <a:avLst>
              <a:gd name="adj" fmla="val 7448"/>
            </a:avLst>
          </a:prstGeom>
          <a:solidFill>
            <a:srgbClr val="CEE6FD"/>
          </a:solidFill>
          <a:ln/>
        </p:spPr>
      </p:sp>
      <p:sp>
        <p:nvSpPr>
          <p:cNvPr id="20" name="Shape 15"/>
          <p:cNvSpPr/>
          <p:nvPr/>
        </p:nvSpPr>
        <p:spPr>
          <a:xfrm>
            <a:off x="7561421" y="4497110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84C1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07630" y="4643318"/>
            <a:ext cx="239197" cy="23919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61421" y="5167074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Secure Secrets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61421" y="5526881"/>
            <a:ext cx="569023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sensitive credentials encrypted using Sealed Secrets before storage in Git. Decryption happens automatically during deployment.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1201460" y="6617018"/>
            <a:ext cx="12227362" cy="1063347"/>
          </a:xfrm>
          <a:prstGeom prst="roundRect">
            <a:avLst>
              <a:gd name="adj" fmla="val 14999"/>
            </a:avLst>
          </a:prstGeom>
          <a:solidFill>
            <a:srgbClr val="B6FCB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8625" y="6819186"/>
            <a:ext cx="276820" cy="221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32610" y="679965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Live in Production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832610" y="7214830"/>
            <a:ext cx="1141904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Platform running at </a:t>
            </a:r>
            <a:pPr algn="l" indent="0" marL="0">
              <a:lnSpc>
                <a:spcPts val="1950"/>
              </a:lnSpc>
              <a:buNone/>
            </a:pPr>
            <a:r>
              <a:rPr lang="en-US" sz="1350" u="sng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rentlora-ui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with dedicated subdomains for ArgoCD, Headlamp, and Grafana dashboards.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2026-04-28T15:55:06Z</dcterms:created>
  <dcterms:modified xsi:type="dcterms:W3CDTF">2026-04-28T15:55:06Z</dcterms:modified>
</cp:coreProperties>
</file>